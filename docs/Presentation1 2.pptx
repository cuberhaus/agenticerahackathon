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18D6-5CB9-4A5E-DEF5-2D338F4F2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63B4D-7CBD-08C2-3C9B-B07633298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64A80-B929-408C-D242-1786B026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BCAF9-97F8-D57D-1390-66297FB7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E8FF0-085E-7753-6C50-DA85C7B1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52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ADD6-7616-71EB-EB7E-1BCD647E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B7437-6207-E75D-D807-9DEAB46B8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A06DD-C90B-C8FF-1EC2-1CFAFE26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AA3F2-2E41-34AE-1E94-1AB68381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B9C-8C9E-C5FF-9731-9A577B26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442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6B3C-B15F-B064-DF9A-E99EA785D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F0054-E952-CFA4-FA34-4676BB28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B1DA-05FD-96CA-1E0A-A69FD43F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FA1D9-F493-9DDC-A8F0-6BA10010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EF7EA-A948-F1F0-05BC-CBCCC63E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35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27A0-E336-9048-8FFB-7136F9BF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7C92A-760B-7A73-AD99-D2EA9AD1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69DCB-43DA-6B14-6BEC-F27743C74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926C1-5E9A-DF61-07D4-13F49009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71136-20BB-EADE-ACDE-6966DAA9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B6260-1FEB-170B-5861-E7711556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1147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FE53-A2C3-6AB4-BCEC-0F739714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7DDFD-F99A-0E30-2B7F-28C5532C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ED758-31D9-92F2-F4D0-7ED513610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CAE11-A7DC-78C8-474C-E0F0BF787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04D55-436F-162F-4796-9676D0950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DCE9F-C6B7-4014-AE5F-FE76DACE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F35F4-B844-C680-015A-2B680436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377B7-E8C6-2AA2-2724-50071B48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01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4E11-0E8D-209D-2975-B73DAC31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D0A82-ED0E-A5A3-B100-1793C339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C02AB-5DAD-98BC-2E1C-4FBF4D67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E8747-930A-3AFD-9FA0-DC56F5FB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006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2D0F5-FEFD-7662-04A4-5F218822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7FA72-0C0B-1917-D153-92AB0264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CEDD-B9A9-A82C-60D2-4C238502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55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3607-D423-53FE-392B-24BC5EF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7783D-DDD4-6539-A741-DAEBCEB4E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F9416-5C31-A4F5-B10F-7A69640CA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D523-C9C1-A296-14D4-08E4FEBA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AF272-B8B0-F577-EF8E-BD48DB2A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6F792-6736-0840-4344-60D2FDE8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33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3073-E7EB-4EF5-697C-EB1F1393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0EF96-1F78-3593-953C-46F97F6D8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7E71F-288E-6427-BB0A-A534D3A64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0972D-462E-2FE0-9A88-833841A0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25D04-4A7D-957C-17EC-21F5C2AC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FDE76-8F01-9C29-6A4B-A5A8DE0B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970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F015-96B7-4CEB-DC5C-BBCE7361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03BBD-A3A8-F7C2-4E29-423052E0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FF727-79F3-023E-5133-C085300D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1CE5C-06EC-2633-E47B-F756DF02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AC7A-5A71-392C-22F9-AD8153F9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673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8D3D1-3EE6-013F-84B8-97A895538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82B1D-CF4F-E293-6416-EAB065E01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2D2A-05EA-4BC4-0FFA-7A8516B2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FB154-84F0-173D-E51D-125A59FED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93299-B8BD-72F7-BC29-6EB6B9EE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77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A5FD0-E0F9-5744-289E-02E0E3D5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6712A-6051-02A3-8786-CF79D70D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71C66-14A8-6E59-949A-95B77149D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2FA67-3CE5-4E0B-82C2-5B620B7905CB}" type="datetimeFigureOut">
              <a:rPr lang="es-ES" smtClean="0"/>
              <a:t>12/09/2025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DBFC9-F70E-C8C0-C251-418DBBF23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EF287-D8A4-B8B6-A2A1-0D3BCF7A5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27A66-D41D-4E0E-9795-AE1D625F94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699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736E2D-BF93-36CE-0D8D-92B79D252975}"/>
              </a:ext>
            </a:extLst>
          </p:cNvPr>
          <p:cNvSpPr/>
          <p:nvPr/>
        </p:nvSpPr>
        <p:spPr>
          <a:xfrm>
            <a:off x="1342415" y="817125"/>
            <a:ext cx="1566155" cy="1624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Recibo documentación. Input N files que pueden ser </a:t>
            </a:r>
            <a:r>
              <a:rPr lang="es-ES" sz="1400" dirty="0" err="1"/>
              <a:t>pdf</a:t>
            </a:r>
            <a:r>
              <a:rPr lang="es-ES" sz="1400" dirty="0"/>
              <a:t>, </a:t>
            </a:r>
            <a:r>
              <a:rPr lang="es-ES" sz="1400" dirty="0" err="1"/>
              <a:t>jpg</a:t>
            </a:r>
            <a:r>
              <a:rPr lang="es-ES" sz="1400" dirty="0"/>
              <a:t>, </a:t>
            </a:r>
            <a:r>
              <a:rPr lang="es-ES" sz="1400" dirty="0" err="1"/>
              <a:t>json</a:t>
            </a:r>
            <a:r>
              <a:rPr lang="es-ES" sz="1400" dirty="0"/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62411-69B5-E8FB-8155-807FC54746A9}"/>
              </a:ext>
            </a:extLst>
          </p:cNvPr>
          <p:cNvSpPr/>
          <p:nvPr/>
        </p:nvSpPr>
        <p:spPr>
          <a:xfrm>
            <a:off x="3326859" y="457201"/>
            <a:ext cx="1293780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Clasificación por tipo de documento: solicitud (</a:t>
            </a:r>
            <a:r>
              <a:rPr lang="es-ES" sz="1400" dirty="0" err="1"/>
              <a:t>doc</a:t>
            </a:r>
            <a:r>
              <a:rPr lang="es-ES" sz="1400" dirty="0"/>
              <a:t> principal) y anexos (DNI, Carnet de conducir, vida laboral, nómina, factura…)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3A067-C954-1186-A604-864094DB769A}"/>
              </a:ext>
            </a:extLst>
          </p:cNvPr>
          <p:cNvSpPr/>
          <p:nvPr/>
        </p:nvSpPr>
        <p:spPr>
          <a:xfrm>
            <a:off x="4941650" y="457201"/>
            <a:ext cx="1293779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Clasificación por tipo de solicitud:</a:t>
            </a:r>
          </a:p>
          <a:p>
            <a:pPr algn="ctr"/>
            <a:r>
              <a:rPr lang="es-ES" sz="1400" dirty="0"/>
              <a:t>El documento principal se clasifica dentro de una lista cerrada de tramites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BEF32-82E7-A2BE-3CC1-532D6900EB7B}"/>
              </a:ext>
            </a:extLst>
          </p:cNvPr>
          <p:cNvSpPr/>
          <p:nvPr/>
        </p:nvSpPr>
        <p:spPr>
          <a:xfrm>
            <a:off x="7514617" y="457201"/>
            <a:ext cx="1021404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Extracción de la información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6EECB6-313E-A16A-774C-7C43F6EB3F60}"/>
              </a:ext>
            </a:extLst>
          </p:cNvPr>
          <p:cNvSpPr/>
          <p:nvPr/>
        </p:nvSpPr>
        <p:spPr>
          <a:xfrm>
            <a:off x="8696528" y="457201"/>
            <a:ext cx="933854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Validaciones </a:t>
            </a:r>
            <a:r>
              <a:rPr lang="es-ES" sz="1200" dirty="0" err="1"/>
              <a:t>intradocumento</a:t>
            </a:r>
            <a:endParaRPr lang="es-E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2CEBAC-720C-7E23-8AE7-A15824B2143D}"/>
              </a:ext>
            </a:extLst>
          </p:cNvPr>
          <p:cNvSpPr/>
          <p:nvPr/>
        </p:nvSpPr>
        <p:spPr>
          <a:xfrm>
            <a:off x="749030" y="184826"/>
            <a:ext cx="10291864" cy="3035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DC5FCC-4A50-C502-0635-E7B9C6B32C91}"/>
              </a:ext>
            </a:extLst>
          </p:cNvPr>
          <p:cNvSpPr/>
          <p:nvPr/>
        </p:nvSpPr>
        <p:spPr>
          <a:xfrm>
            <a:off x="11138171" y="-676070"/>
            <a:ext cx="1313238" cy="1493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Output por chat:</a:t>
            </a:r>
          </a:p>
          <a:p>
            <a:pPr algn="ctr"/>
            <a:r>
              <a:rPr lang="es-ES" sz="1400" dirty="0"/>
              <a:t>Informe de </a:t>
            </a:r>
            <a:r>
              <a:rPr lang="es-ES" sz="1400" dirty="0" err="1"/>
              <a:t>complience</a:t>
            </a:r>
            <a:r>
              <a:rPr lang="es-ES" sz="1400" dirty="0"/>
              <a:t> d ellos documentos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D1180-CE00-D2E6-C128-3737AAFA8D68}"/>
              </a:ext>
            </a:extLst>
          </p:cNvPr>
          <p:cNvSpPr/>
          <p:nvPr/>
        </p:nvSpPr>
        <p:spPr>
          <a:xfrm>
            <a:off x="9790888" y="457201"/>
            <a:ext cx="1089499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Validaciones entre documentos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7654FB-2F8B-3EF2-E964-0AAC37A00F37}"/>
              </a:ext>
            </a:extLst>
          </p:cNvPr>
          <p:cNvSpPr/>
          <p:nvPr/>
        </p:nvSpPr>
        <p:spPr>
          <a:xfrm>
            <a:off x="6332706" y="457201"/>
            <a:ext cx="1021404" cy="2344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Validación de la solicitud con el usuario “veo que estas tratando de hacer X solicitud, es correcto?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009AE-EEDE-B319-432A-05E511297EF3}"/>
              </a:ext>
            </a:extLst>
          </p:cNvPr>
          <p:cNvSpPr/>
          <p:nvPr/>
        </p:nvSpPr>
        <p:spPr>
          <a:xfrm>
            <a:off x="749030" y="3492230"/>
            <a:ext cx="10291864" cy="3035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7B51F-B37C-2A07-F7B3-6BCD475DCDF4}"/>
              </a:ext>
            </a:extLst>
          </p:cNvPr>
          <p:cNvSpPr/>
          <p:nvPr/>
        </p:nvSpPr>
        <p:spPr>
          <a:xfrm>
            <a:off x="1151105" y="3803515"/>
            <a:ext cx="2477311" cy="23638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Hago validaciones de los datos extraídos contra fuentes del departamento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E1CD93-ACD9-B784-B851-542369ACCE7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908570" y="1629384"/>
            <a:ext cx="418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679AA1-0183-2B79-0DC9-196FD535A2CE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523361" y="1629384"/>
            <a:ext cx="5267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DC5DC-2652-BB59-1CA2-907D389DEDE4}"/>
              </a:ext>
            </a:extLst>
          </p:cNvPr>
          <p:cNvSpPr/>
          <p:nvPr/>
        </p:nvSpPr>
        <p:spPr>
          <a:xfrm>
            <a:off x="7119834" y="4124528"/>
            <a:ext cx="1810969" cy="77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Se crea el expediente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897271-B71E-0301-7E96-491C5AB42126}"/>
              </a:ext>
            </a:extLst>
          </p:cNvPr>
          <p:cNvSpPr/>
          <p:nvPr/>
        </p:nvSpPr>
        <p:spPr>
          <a:xfrm>
            <a:off x="3796217" y="4124528"/>
            <a:ext cx="2956400" cy="77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No existe expediente en curso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D6B9B-4740-346F-E95D-7AE25A73BA50}"/>
              </a:ext>
            </a:extLst>
          </p:cNvPr>
          <p:cNvSpPr/>
          <p:nvPr/>
        </p:nvSpPr>
        <p:spPr>
          <a:xfrm>
            <a:off x="3796217" y="5097293"/>
            <a:ext cx="2956400" cy="77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Existe expediente en curso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31EB2A-7D63-7ECA-A472-62986AD6E7EB}"/>
              </a:ext>
            </a:extLst>
          </p:cNvPr>
          <p:cNvSpPr/>
          <p:nvPr/>
        </p:nvSpPr>
        <p:spPr>
          <a:xfrm>
            <a:off x="7119834" y="5097293"/>
            <a:ext cx="1810969" cy="77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Se dice que existe un expediente con datos distintos y si se quieren actualizar</a:t>
            </a:r>
          </a:p>
        </p:txBody>
      </p:sp>
    </p:spTree>
    <p:extLst>
      <p:ext uri="{BB962C8B-B14F-4D97-AF65-F5344CB8AC3E}">
        <p14:creationId xmlns:p14="http://schemas.microsoft.com/office/powerpoint/2010/main" val="2929493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Maquirriain Antonanzas, Javier</dc:creator>
  <cp:lastModifiedBy>Maquirriain Antonanzas, Javier</cp:lastModifiedBy>
  <cp:revision>1</cp:revision>
  <dcterms:created xsi:type="dcterms:W3CDTF">2025-09-12T12:23:49Z</dcterms:created>
  <dcterms:modified xsi:type="dcterms:W3CDTF">2025-09-12T12:24:03Z</dcterms:modified>
</cp:coreProperties>
</file>