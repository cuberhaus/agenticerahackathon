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22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C16B89-88B4-42B1-CDC8-8B30BFCDA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17584-5C12-9F48-E452-F0E97BC952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DC59E-79FC-1F3A-5980-9A3DC58A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5A6716-0AEC-2202-9097-DD7AE0AA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D1817-E2B9-436A-A167-82E4F269E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99166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862B-891F-867C-7651-8D96E5A75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1AB3D-BE6D-8B91-185C-576D1F597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CDB6D-4877-6590-B1AE-50B397EE3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5778A0-8739-0BC6-2147-5B630D3DE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6E2D7-3C91-4B12-C3B1-A5A0B0D43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959685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8DBF8-7ACA-40A4-03D9-E21F55EAAB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EDD25-46CB-064B-EA26-0F49DEFB1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C6059-5F68-39AD-5C38-B3816D88D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88C70C-2897-73C9-BCD7-CD5C5B7E5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341D9-2D6B-714A-BAC9-8F2D60F92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484466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E57BD-E31F-4268-AC51-CFB364D19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F423C9-E69B-59A0-D5F3-FE1AB0715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5ABEC3-6BA4-D137-0AFA-8E9B5DCF9C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C54B44-D0B0-D918-35FC-1856C49B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0F649A-35A1-6E1D-654A-7BDFB8C2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79CE5C-4FA3-DA1F-13CC-F180A4619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59617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CC8A6-B43E-EF6A-2CA4-3A247437C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650AC4-3459-9519-B6CC-57AF44DA0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382926-44E3-AD63-77D9-581EE1350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7890D1-086D-3801-46F0-3FC45FD929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3D589D-BDDE-63CA-C49F-3FA1FFC251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30FA2A-977D-DFC6-FE80-09270EB51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211CD0-77F9-0C92-175A-8C4B5B589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0F2CED-4580-055B-7356-E594FFD1C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71466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426D6-0AA6-3A7C-4200-8F2A678E83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5851D-1655-3A2D-1AD8-E1DFF6A532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F96EC0-3D3E-779E-244D-E7BD77DF5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75A3EA-6EE8-5A48-814A-E8233DA11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66163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B3CD06-D548-AD4E-6B37-222779A56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829E9C-4D5A-EB6D-0EDA-4E144C4D9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269F9-F3F5-8AC9-9E64-F4888349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75134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FD5CD-490A-7486-9C0C-26E57F8F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BDF147-F56B-7ED9-8C0F-2A61311E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2D2EE-94DB-BF9D-236B-DC8F395A42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E03D1B-4461-A475-D007-E8DAA33B3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47D4A-083E-382D-1251-9D57BC29D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AE0953-C979-29E6-97B2-E16FF149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354690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53068-B564-5EA3-29D7-F03D7423D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765DDB-C97B-6348-D16B-7223F4217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a-E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5FD1-9250-54B5-BA72-26EE0D0D16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6F4D8-6903-2D51-02A8-230CA8FF6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C4D3B-C8AD-526D-74E3-06615B29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C197-25E4-29D1-75FD-44EB2BBC2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890793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75330D-FDD8-42B0-BF1E-13F7690F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5C680C-00ED-AC0B-8712-6A712BCCA6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AEEFE-24BD-2F6F-FA9C-B2E865ACC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866CF-945A-138B-9B0B-894B10FD1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830E5B-9F12-A809-A9F4-ECA7FC54A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1580667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B97798-077D-0927-8BC1-8D3539C2C2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BE843A-E7F8-036C-1676-31CAAED69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0C95E8-E882-FB9B-4B88-9AF5B3E12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16C31-5C1F-3562-80CF-CDE91CE1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1B421B-8928-C896-E0FD-7CF29011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63609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E57A7C-8A87-E258-09DA-65E25F46C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a-E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651A4-4132-A285-3D52-00331E812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a-E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548003-E123-4FEF-E1B8-4E12E1DF81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FDA1E-71DC-433F-98C2-896397BA839F}" type="datetimeFigureOut">
              <a:rPr lang="ca-ES" smtClean="0"/>
              <a:t>16/9/2025</a:t>
            </a:fld>
            <a:endParaRPr lang="ca-E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CAA9D-C29F-0507-0008-98A64D602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a-E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0B67E-575C-066E-1BB9-37B4A23438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7F127-48F7-4ADE-9FE9-320219D7D08E}" type="slidenum">
              <a:rPr lang="ca-ES" smtClean="0"/>
              <a:t>‹#›</a:t>
            </a:fld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71243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41B5B3-2ECD-F933-9CBD-54D6BAB4C47B}"/>
              </a:ext>
            </a:extLst>
          </p:cNvPr>
          <p:cNvSpPr/>
          <p:nvPr/>
        </p:nvSpPr>
        <p:spPr>
          <a:xfrm>
            <a:off x="1456294" y="709844"/>
            <a:ext cx="2230734" cy="193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699E3A-4154-0667-37E9-404EA018978B}"/>
              </a:ext>
            </a:extLst>
          </p:cNvPr>
          <p:cNvSpPr/>
          <p:nvPr/>
        </p:nvSpPr>
        <p:spPr>
          <a:xfrm>
            <a:off x="5794310" y="643812"/>
            <a:ext cx="2230734" cy="16981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35677D0-7F6A-2B9C-8475-94792A0DCF2A}"/>
              </a:ext>
            </a:extLst>
          </p:cNvPr>
          <p:cNvSpPr/>
          <p:nvPr/>
        </p:nvSpPr>
        <p:spPr>
          <a:xfrm>
            <a:off x="3284375" y="3713584"/>
            <a:ext cx="2435289" cy="2071396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/>
          </a:p>
        </p:txBody>
      </p:sp>
    </p:spTree>
    <p:extLst>
      <p:ext uri="{BB962C8B-B14F-4D97-AF65-F5344CB8AC3E}">
        <p14:creationId xmlns:p14="http://schemas.microsoft.com/office/powerpoint/2010/main" val="2326087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Casacuberta Gil, Pol</dc:creator>
  <cp:lastModifiedBy>Casacuberta Gil, Pol</cp:lastModifiedBy>
  <cp:revision>1</cp:revision>
  <dcterms:created xsi:type="dcterms:W3CDTF">2025-09-16T08:33:18Z</dcterms:created>
  <dcterms:modified xsi:type="dcterms:W3CDTF">2025-09-16T08:34:03Z</dcterms:modified>
</cp:coreProperties>
</file>